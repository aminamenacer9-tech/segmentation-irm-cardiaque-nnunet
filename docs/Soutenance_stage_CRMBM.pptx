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WJTfIR+OrszN7P9pM8ZYEF+KH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automatique d’IRM cardiaque préclinique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de Master 2 – Mathématiques, Modélisation et Simulation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Amina Menacer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CRMBM – Aix-Marseille Université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Encadrants : Dr. Frank Kober, Dr. Emilien Royer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Financé par : Institut Marseille Imaging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Période : Mars – Juillet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Contexte et motivation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diabète de type 2 est un facteur de risque majeur de dysfonction cardiaque.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L'IRM préclinique permet d'explorer finement la fonction cardiaque chez le rongeur.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segmentation manuelle est lourde → besoin d’automatisation fiable.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Objectifs du stage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Automatiser la segmentation du VG en IRM 2D+t et 3D+t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Utiliser nnU-Net pour entraîner un modèle robuste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Générer des courbes volume-temps pour la fonction diastolique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CRMBM – Laboratoire d’accueil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Centre de Résonance Magnétique Biologique et Médicale (Marseille)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Affiliations : AMU, CNRS, AP-HM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Spécialité : IRM 7T / 11.7T, recherche translationnelle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Équipe cardiovasculaire (Dr. Frank Kober)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expérimentales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CardiaTeam (souris, diabète induit)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Tollsome (souris, génétiquement modifiées)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Rats (modèles indépendants)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IRM 2D+t (coupe médiane) et 3D+t (9 coupes, 30 frames)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Méthodologie : Pipeline global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Prétraitement et renommage des fichiers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Annotation manuelle (FSLeyes)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Entraînement nnU-Net sur Mésocentre AMU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Évaluation par métriques classiques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Extraction des volumes frame par frame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Évaluation du modèle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Dice, HD95, ASSD, Jaccard, Precision, Recall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Validation sur 376 images 2D+t et 69 volumes 3D+t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Analyse des courbes et boxplots des métriques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Résultats – Qualité de segmentation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Dice ≈ 0.97 sur souris après réentraînement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Mauvaise généralisation souris → rat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Bon compromis avec modèle mixte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Résultats – Analyse fonctionnelle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Volume(t) = somme des surfaces segmentées × épaisseur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Génération automatique des courbes volume-temps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Identification des phases systole/diastole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et limites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Bonne performance globale (VG int/ext)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Sensibilité à l’orientation, au contraste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Dégradation hors conditions d’entraînement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Masques 4D complexes à annoter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294750" y="2862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Extraire des biomarqueurs diastoliques robustes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Étendre à d’autres structures (OD, VD…)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Appliquer à d’autres pathologies ou cohortes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Intégration dans des pipelines de recherche préclinique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Pipeline nnU-Net adapté à l’IRM 4D cardiaque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Résultats prometteurs pour analyse fonctionnelle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Contribution au projet CARDIATEAM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Merci à tous mes encadrants, collègues, proches.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